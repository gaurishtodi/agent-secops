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102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800"/>
              <a:t>B.Tech / BCSE497J - Project-I</a:t>
            </a:r>
          </a:p>
          <a:p>
            <a:pPr/>
            <a:r>
              <a:rPr sz="2400"/>
              <a:t>AGENT SECOPS: AN AI-DRIVEN SECOPS AGENT FOR CAF/WAF-ALIGNED INFRASTRUCTURE-AS-CODE PIPELINES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600"/>
              <a:t>Team members:</a:t>
            </a:r>
            <a:endParaRPr sz="1800" dirty="0">
              <a:latin typeface="Times New Roman"/>
              <a:cs typeface="Times New Roman"/>
            </a:endParaRPr>
          </a:p>
          <a:p>
            <a:pPr/>
            <a:r>
              <a:rPr sz="1600"/>
              <a:t>Bhumika Singh          (23BCE0196)</a:t>
            </a:r>
          </a:p>
          <a:p>
            <a:pPr/>
            <a:r>
              <a:rPr sz="1600"/>
              <a:t>Akshat Gupta            (23BCE0958)</a:t>
            </a:r>
          </a:p>
          <a:p>
            <a:pPr/>
            <a:r>
              <a:rPr sz="1600"/>
              <a:t>Gaurish Todi             (23BCI0262)</a:t>
            </a:r>
          </a:p>
          <a:p>
            <a:pPr/>
            <a:r>
              <a:rPr sz="1600"/>
              <a:t/>
            </a:r>
          </a:p>
          <a:p>
            <a:pPr/>
            <a:r>
              <a:rPr sz="1600"/>
              <a:t>Faculty guide :</a:t>
            </a:r>
          </a:p>
          <a:p>
            <a:pPr/>
            <a:r>
              <a:rPr sz="1600"/>
              <a:t>Dr. S. M. Farooq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Approval obtained from the project guide for the title, objectives, scope and expected outcome.</a:t>
            </a:r>
          </a:p>
          <a:p>
            <a:pPr/>
            <a:r>
              <a:rPr sz="1600"/>
              <a:t>[Paste the approval e-mail screenshot here]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FF88D1-7A15-E122-39FA-9C7DA1DFC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66" y="2653482"/>
            <a:ext cx="11381493" cy="329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rPr sz="2000"/>
              <a:t>To design and implement an AI-driven SecOps agent that sits between Terraform plan generation and CI/CD deployment, and automatically checks every proposed cloud resource against Microsoft's Cloud Adoption Framework (CAF) and Well-Architected Framework (WAF) before the pipeline is permitted to proceed to deployment on Azure, AWS or GCP.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rPr sz="1500"/>
              <a:t>Cloud teams ship infrastructure using Terraform through CI/CD pipelines into Azure, AWS and GCP.</a:t>
            </a:r>
          </a:p>
          <a:p>
            <a:pPr/>
            <a:r>
              <a:rPr sz="1500"/>
              <a:t>Providers publish CAF and WAF as narrative documentation, not enforceable code, so it is rarely checked automatically before deployment.</a:t>
            </a:r>
          </a:p>
          <a:p>
            <a:pPr/>
            <a:r>
              <a:rPr sz="1500"/>
              <a:t>Existing tools (Checkov, OPA, Sentinel) catch only violations of rules someone already wrote; they cannot reason about framework intent.</a:t>
            </a:r>
          </a:p>
          <a:p>
            <a:pPr/>
            <a:r>
              <a:rPr sz="1500"/>
              <a:t>Agent SecOps places an AI agent between terraform plan and terraform apply. It reads the plan JSON, evaluates it against CAF/WAF using a policy-aware reasoning layer, and returns pass, block or remediate with a plain-language justification.</a:t>
            </a:r>
          </a:p>
          <a:p>
            <a:pPr/>
            <a:r>
              <a:rPr sz="1500"/>
              <a:t>Non-compliant infrastructure is stopped before it is ever applied to the cloud - before cost is incurred or exposure occurs.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F3C486-F1E8-5229-C983-C5D8372F1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B6993A-B8FB-1E92-71D4-98155A7ED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22-08-2026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40"/>
            <a:ext cx="1091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/>
              <a:t>IaC defect studies - Rahman et al. (ICSE'19) identified seven recurring security smells in IaC; replicated across Ansible/Chef (TOSEM'21). GLITCH (ASE'22) showed one normalised representation can serve many IaC technologies.</a:t>
            </a:r>
          </a:p>
          <a:p>
            <a:pPr/>
            <a:r>
              <a:rPr sz="1300"/>
              <a:t>Policy-as-code tooling - Chiari et al. (ICSA-C'22) surveyed static IaC analysis: almost all production tooling is rule-based, i.e. correctness is an explicit hand-written predicate.</a:t>
            </a:r>
          </a:p>
          <a:p>
            <a:pPr/>
            <a:r>
              <a:rPr sz="1300"/>
              <a:t>LLMs for code security - Lewis et al. introduced RAG; Pearce et al. (S&amp;P'22) showed model-generated code is not automatically secure - motivating our advisory-by-default design.</a:t>
            </a:r>
          </a:p>
          <a:p>
            <a:pPr/>
            <a:r>
              <a:rPr sz="1300"/>
              <a:t>Closest prior work - GenKubeSec (2024) for Kubernetes and Vo et al. (COMPSAC'25) for Terraform show LLMs out-detect rule-based scanners, but both analyse static artefacts, not an enforcing pipeline gate.</a:t>
            </a:r>
          </a:p>
        </p:txBody>
      </p:sp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rPr sz="1400"/>
              <a:t>Rule-bound detection - static tools detect only violations of rules already hand-authored; uncodified framework guidance is invisible, and rule sets must be maintained per cloud provider.</a:t>
            </a:r>
          </a:p>
          <a:p>
            <a:pPr/>
            <a:r>
              <a:rPr sz="1400"/>
              <a:t>Analysis without enforcement - recent LLM work (GenKubeSec; Vo et al. 2025) analyses static artefacts, but is not embedded as an enforcing control inside a CI/CD pipeline.</a:t>
            </a:r>
          </a:p>
          <a:p>
            <a:pPr/>
            <a:r>
              <a:rPr sz="1400"/>
              <a:t>No framework grounding - no existing study maps findings to the specific pillars of Microsoft's CAF and WAF.</a:t>
            </a:r>
          </a:p>
          <a:p>
            <a:pPr/>
            <a:r>
              <a:rPr sz="1400"/>
              <a:t>Single-cloud scope - no demonstrated gate normalises Azure, AWS and GCP so that one rule serves all three.</a:t>
            </a:r>
          </a:p>
          <a:p>
            <a:pPr/>
            <a:r>
              <a:rPr sz="1400"/>
              <a:t>This project addresses all four gaps simultaneously.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rPr sz="1300"/>
              <a:t>O1 - Parse Terraform plan JSON and evaluate every resource against CAF governance areas and the six WAF pillars.</a:t>
            </a:r>
          </a:p>
          <a:p>
            <a:pPr/>
            <a:r>
              <a:rPr sz="1300"/>
              <a:t>O2 - Normalise Azure, AWS and GCP resource types into canonical kinds so gate logic stays cloud-agnostic.</a:t>
            </a:r>
          </a:p>
          <a:p>
            <a:pPr/>
            <a:r>
              <a:rPr sz="1300"/>
              <a:t>O3 - Implement a policy-aware reasoning layer that reports violations of framework intent no rule encodes.</a:t>
            </a:r>
          </a:p>
          <a:p>
            <a:pPr/>
            <a:r>
              <a:rPr sz="1300"/>
              <a:t>O4 - Integrate as an enforcing GitHub Actions gate: apply is unreachable on a block verdict.</a:t>
            </a:r>
          </a:p>
          <a:p>
            <a:pPr/>
            <a:r>
              <a:rPr sz="1300"/>
              <a:t>O5 - Quantify detection rate, false positives and the marginal gain of reasoning over rules alone.</a:t>
            </a:r>
          </a:p>
          <a:p>
            <a:pPr/>
            <a:r>
              <a:rPr sz="1300"/>
              <a:t>O6 - Validate against a live Azure subscription at negligible cost.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460248" y="4413148"/>
            <a:ext cx="115234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   Sustainable Development Goals	|			|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(Patent / Conference (Scopus)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/ Journal (Scopus) / Start-up/ Product/ Others}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BB131-7217-3694-F593-4021591CC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1143000"/>
            <a:ext cx="11186160" cy="1645920"/>
          </a:xfrm>
        </p:spPr>
        <p:txBody>
          <a:bodyPr>
            <a:normAutofit/>
          </a:bodyPr>
          <a:lstStyle/>
          <a:p>
            <a:pPr/>
            <a:r>
              <a:rPr sz="1100"/>
              <a:t>Developer commits .tf  -&gt;  GitHub Actions  -&gt;  terraform plan  -&gt;  plan.json</a:t>
            </a:r>
          </a:p>
          <a:p>
            <a:pPr/>
            <a:r>
              <a:rPr sz="1100"/>
              <a:t>Layer 0 - Normalisation: provider types collapse to canonical kinds (azurerm_storage_account / aws_s3_bucket / google_storage_bucket -&gt; OBJECT_STORAGE).</a:t>
            </a:r>
          </a:p>
          <a:p>
            <a:pPr/>
            <a:r>
              <a:rPr sz="1100"/>
              <a:t>Layer 1 - Deterministic rules: 22 CAF/WAF checks, confidence 1.0; only these may block by default.</a:t>
            </a:r>
          </a:p>
          <a:p>
            <a:pPr/>
            <a:r>
              <a:rPr sz="1100"/>
              <a:t>Layer 2 - Framework reasoning: retrieves pillar guidance indexed by resource kind; reports intent violations no rule encodes.</a:t>
            </a:r>
          </a:p>
          <a:p>
            <a:pPr/>
            <a:r>
              <a:rPr sz="1100"/>
              <a:t>Layer 3 - Policy: severity thresholds, rule overrides, expiring waivers.</a:t>
            </a:r>
          </a:p>
          <a:p>
            <a:pPr/>
            <a:r>
              <a:rPr sz="1100"/>
              <a:t>BLOCK -&gt; pipeline halts, report posted to PR, nothing deployed.   PASS -&gt; terraform apply proceeds to Azure / AWS / GCP.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288" y="2880360"/>
            <a:ext cx="4903424" cy="331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rPr sz="1200"/>
              <a:t>FR1 Plan ingestion - accept terraform show -json output; reject malformed input with an actionable message.</a:t>
            </a:r>
          </a:p>
          <a:p>
            <a:pPr/>
            <a:r>
              <a:rPr sz="1200"/>
              <a:t>FR2 Normalisation - map Azure/AWS/GCP types to canonical kinds; handle create, update, replace, delete.</a:t>
            </a:r>
          </a:p>
          <a:p>
            <a:pPr/>
            <a:r>
              <a:rPr sz="1200"/>
              <a:t>FR3 Deterministic evaluation - 22 rules, each returning rule id, pillar, severity, explanation and remediation.</a:t>
            </a:r>
          </a:p>
          <a:p>
            <a:pPr/>
            <a:r>
              <a:rPr sz="1200"/>
              <a:t>FR4 Framework reasoning - retrieve relevant guidance; never duplicate a rule finding.</a:t>
            </a:r>
          </a:p>
          <a:p>
            <a:pPr/>
            <a:r>
              <a:rPr sz="1200"/>
              <a:t>FR5 Policy - severity thresholds, rule overrides, time-boxed waivers from external configuration.</a:t>
            </a:r>
          </a:p>
          <a:p>
            <a:pPr/>
            <a:r>
              <a:rPr sz="1200"/>
              <a:t>FR6 Verdict - aggregate to pass / remediate / block, exposed as a process exit code (0 / 1 / 2).</a:t>
            </a:r>
          </a:p>
          <a:p>
            <a:pPr/>
            <a:r>
              <a:rPr sz="1200"/>
              <a:t>FR7 Reporting - Markdown for the PR, JSON for machines, SARIF 2.1.0 for the Security tab.</a:t>
            </a:r>
          </a:p>
          <a:p>
            <a:pPr/>
            <a:r>
              <a:rPr sz="1200"/>
              <a:t>FR8 Pipeline integration - gate positioned between plan and apply; blocks apply on a block verdict.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rPr sz="1300"/>
              <a:t>M1 Plan parser and data model - agent/plan_parser.py, agent/models.py (Akshat Gupta)</a:t>
            </a:r>
          </a:p>
          <a:p>
            <a:pPr/>
            <a:r>
              <a:rPr sz="1300"/>
              <a:t>M2 Deterministic rule engine - agent/rules/ : 7 CAF + 15 WAF rules (Akshat Gupta)</a:t>
            </a:r>
          </a:p>
          <a:p>
            <a:pPr/>
            <a:r>
              <a:rPr sz="1300"/>
              <a:t>M3 Knowledge base and reasoning layer - agent/knowledge/caf_waf_kb.yaml, agent/reasoner/ (Gaurish Todi)</a:t>
            </a:r>
          </a:p>
          <a:p>
            <a:pPr/>
            <a:r>
              <a:rPr sz="1300"/>
              <a:t>M4 Orchestration and policy engine - agent/engine.py, agent/config.py (Gaurish Todi)</a:t>
            </a:r>
          </a:p>
          <a:p>
            <a:pPr/>
            <a:r>
              <a:rPr sz="1300"/>
              <a:t>M5 Evaluation harness and dashboard - scripts/benchmark.py, dashboard/ (Gaurish Todi)</a:t>
            </a:r>
          </a:p>
          <a:p>
            <a:pPr/>
            <a:r>
              <a:rPr sz="1300"/>
              <a:t>M6 Reporting and CLI - agent/report.py, agent/cli.py (Bhumika Singh)</a:t>
            </a:r>
          </a:p>
          <a:p>
            <a:pPr/>
            <a:r>
              <a:rPr sz="1300"/>
              <a:t>M7 CI/CD pipeline and cloud infrastructure - .github/workflows/secops-gate.yml, infra/demo/, scripts/azure-*.sh (Bhumika Singh)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1143000"/>
            <a:ext cx="11186160" cy="2103120"/>
          </a:xfrm>
        </p:spPr>
        <p:txBody>
          <a:bodyPr>
            <a:normAutofit/>
          </a:bodyPr>
          <a:lstStyle/>
          <a:p>
            <a:pPr/>
            <a:r>
              <a:rPr sz="1100"/>
              <a:t>Test set: 42 hand-labelled seeded violations across Azure, AWS and GCP, plus a compliant module as the false-positive control.</a:t>
            </a:r>
          </a:p>
          <a:p>
            <a:pPr/>
            <a:r>
              <a:rPr sz="1100"/>
              <a:t>Deterministic rules alone: 37 / 42 detected (88.1%) - approximately what a static scanner provides.</a:t>
            </a:r>
          </a:p>
          <a:p>
            <a:pPr/>
            <a:r>
              <a:rPr sz="1100"/>
              <a:t>Rules + reasoning layer: 42 / 42 detected (100%).</a:t>
            </a:r>
          </a:p>
          <a:p>
            <a:pPr/>
            <a:r>
              <a:rPr sz="1100"/>
              <a:t>Marginal contribution of reasoning: 5 violations recoverable only by reasoning over framework guidance - the core research claim, quantified.</a:t>
            </a:r>
          </a:p>
          <a:p>
            <a:pPr/>
            <a:r>
              <a:rPr sz="1100"/>
              <a:t>False positives on the compliant module: 0.  Median gate latency: under 10 ms.  Automated tests: 63 passing.</a:t>
            </a:r>
          </a:p>
          <a:p>
            <a:pPr/>
            <a:r>
              <a:rPr sz="1100"/>
              <a:t>Live validation: gated and approved a real Azure deployment of 4 resources; steady-state cost approximately Rs. 4 per month.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8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135" y="3364992"/>
            <a:ext cx="6437730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rPr sz="1300"/>
              <a:t>A working proof-of-concept gate now intercepts real Terraform plans inside GitHub Actions and returns pass / remediate / block against CAF and WAF before any resource is created.</a:t>
            </a:r>
          </a:p>
          <a:p>
            <a:pPr/>
            <a:r>
              <a:rPr sz="1300"/>
              <a:t>The three-layer design keeps authority with deterministic rules while the reasoning layer widens coverage - measured at +5 violations with zero false positives.</a:t>
            </a:r>
          </a:p>
          <a:p>
            <a:pPr/>
            <a:r>
              <a:rPr sz="1300"/>
              <a:t>Cloud-agnosticism is demonstrated, not asserted: one rule set gates Azure, AWS and GCP plans, verified by automated test.</a:t>
            </a:r>
          </a:p>
          <a:p>
            <a:pPr/>
            <a:r>
              <a:rPr sz="1300"/>
              <a:t>Status advanced from TRL 3 (analytical proof of concept) to TRL 4 (component validation in a laboratory environment).</a:t>
            </a:r>
          </a:p>
          <a:p>
            <a:pPr/>
            <a:r>
              <a:rPr sz="1300"/>
              <a:t>Future work: replace self-authored ground truth with an independent corpus, measure LLM-reasoner precision at volume to justify enabling it as a blocking control, and deepen AWS and GCP rule content.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100"/>
              <a:t>[1] A. Rahman, C. Parnin, and L. Williams, "The seven sins: Security smells in infrastructure as code scripts," in Proc. IEEE/ACM ICSE, 2019, pp. 164-175.</a:t>
            </a:r>
          </a:p>
          <a:p>
            <a:pPr/>
            <a:r>
              <a:rPr sz="1100"/>
              <a:t>[2] N. Saavedra and J. F. Ferreira, "GLITCH: Automated polyglot security smell detection in infrastructure as code," in Proc. IEEE/ACM ASE, 2022, pp. 1-12.</a:t>
            </a:r>
          </a:p>
          <a:p>
            <a:pPr/>
            <a:r>
              <a:rPr sz="1100"/>
              <a:t>[3] M. Chiari, M. De Pascalis, and M. Pradella, "Static analysis of infrastructure as code: A survey," in Proc. IEEE ICSA-C, 2022, pp. 218-225.</a:t>
            </a:r>
          </a:p>
          <a:p>
            <a:pPr/>
            <a:r>
              <a:rPr sz="1100"/>
              <a:t>[4] P. Lewis et al., "Retrieval-augmented generation for knowledge-intensive NLP tasks," in Proc. NeurIPS, vol. 33, 2020, pp. 9459-9474.</a:t>
            </a:r>
          </a:p>
          <a:p>
            <a:pPr/>
            <a:r>
              <a:rPr sz="1100"/>
              <a:t>[5] H. Pearce, B. Ahmad, B. Tan, B. Dolan-Gavitt, and R. Karri, "Asleep at the keyboard? Assessing the security of GitHub Copilot's code contributions," in Proc. IEEE S&amp;P, 2022, pp. 754-768.</a:t>
            </a:r>
          </a:p>
          <a:p>
            <a:pPr/>
            <a:r>
              <a:rPr sz="1100"/>
              <a:t>[6] E. Malul, Y. Meidan, D. Mimran, Y. Elovici, and A. Shabtai, "GenKubeSec: LLM-based Kubernetes misconfiguration detection, localization, reasoning, and remediation," arXiv:2405.19954, 2024.</a:t>
            </a:r>
          </a:p>
          <a:p>
            <a:pPr/>
            <a:r>
              <a:rPr sz="1100"/>
              <a:t>[7] Q.-H. Vo, H. Dao, and K. Fukuda, "Harnessing the power of LLMs for code smell detection in Terraform infrastructure as code," in Proc. IEEE COMPSAC, 2025, pp. 533-542.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273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Parthasarathy G</cp:lastModifiedBy>
  <cp:revision>5</cp:revision>
  <dcterms:created xsi:type="dcterms:W3CDTF">2026-07-14T06:00:41Z</dcterms:created>
  <dcterms:modified xsi:type="dcterms:W3CDTF">2026-08-22T10:32:54Z</dcterms:modified>
</cp:coreProperties>
</file>